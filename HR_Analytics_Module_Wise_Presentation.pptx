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73" r:id="rId3"/>
    <p:sldId id="257" r:id="rId4"/>
    <p:sldId id="258" r:id="rId5"/>
    <p:sldId id="270" r:id="rId6"/>
    <p:sldId id="259" r:id="rId7"/>
    <p:sldId id="260" r:id="rId8"/>
    <p:sldId id="261" r:id="rId9"/>
    <p:sldId id="274" r:id="rId10"/>
    <p:sldId id="262" r:id="rId11"/>
    <p:sldId id="263" r:id="rId12"/>
    <p:sldId id="271" r:id="rId13"/>
    <p:sldId id="264" r:id="rId14"/>
    <p:sldId id="265" r:id="rId15"/>
    <p:sldId id="272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03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55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01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95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553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397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1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339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237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97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185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1045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039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214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53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55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023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59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Analytics Project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Project based on HR Employee Attrition Analysis</a:t>
            </a:r>
          </a:p>
          <a:p>
            <a:pPr>
              <a:defRPr sz="1800"/>
            </a:pPr>
            <a:r>
              <a:rPr sz="2400" dirty="0"/>
              <a:t>Modules Covered: Excel, SQL, Power BI, Tableau</a:t>
            </a:r>
          </a:p>
          <a:p>
            <a:pPr>
              <a:defRPr sz="1800"/>
            </a:pPr>
            <a:r>
              <a:rPr sz="2400" dirty="0"/>
              <a:t>Objective: Understand employee attrition and workforce trends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B4407-D6D7-034C-FD62-7C01D3BE1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P1249 Group 1 HR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F07F-0EF4-F4F5-455D-EE1D8A477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Project contribution group member name</a:t>
            </a:r>
          </a:p>
          <a:p>
            <a:r>
              <a:rPr lang="en-US" sz="2400" dirty="0"/>
              <a:t>Vedant shinde</a:t>
            </a:r>
          </a:p>
          <a:p>
            <a:r>
              <a:rPr lang="en-US" sz="2400" dirty="0"/>
              <a:t>Kunal </a:t>
            </a:r>
            <a:r>
              <a:rPr lang="en-US" sz="2400" dirty="0" err="1"/>
              <a:t>modi</a:t>
            </a:r>
            <a:endParaRPr lang="en-US" sz="2400" dirty="0"/>
          </a:p>
          <a:p>
            <a:r>
              <a:rPr lang="en-US" sz="2400" dirty="0"/>
              <a:t>Vishnu </a:t>
            </a:r>
            <a:r>
              <a:rPr lang="en-US" sz="2400" dirty="0" err="1"/>
              <a:t>kv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011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sz="2400" dirty="0"/>
              <a:t>Employee attrition affects productivity and company growth</a:t>
            </a:r>
          </a:p>
          <a:p>
            <a:pPr>
              <a:defRPr sz="1800"/>
            </a:pPr>
            <a:r>
              <a:rPr sz="2400" dirty="0"/>
              <a:t>This project helps identify key reasons behind attrition</a:t>
            </a:r>
          </a:p>
          <a:p>
            <a:pPr>
              <a:defRPr sz="1800"/>
            </a:pPr>
            <a:r>
              <a:rPr sz="2400" dirty="0"/>
              <a:t>Data-driven decisions improve HR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Module –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Removed duplicates and checked missing values</a:t>
            </a:r>
          </a:p>
          <a:p>
            <a:pPr>
              <a:defRPr sz="1800"/>
            </a:pPr>
            <a:r>
              <a:rPr sz="2400" dirty="0"/>
              <a:t>Standardized department and job role names</a:t>
            </a:r>
          </a:p>
          <a:p>
            <a:pPr>
              <a:defRPr sz="1800"/>
            </a:pPr>
            <a:r>
              <a:rPr sz="2400" dirty="0"/>
              <a:t>Created calculated columns like </a:t>
            </a:r>
            <a:r>
              <a:rPr sz="2400" dirty="0" err="1"/>
              <a:t>Attrition_Num</a:t>
            </a:r>
            <a:r>
              <a:rPr sz="2400" dirty="0"/>
              <a:t> for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427B7-687A-8E3D-11D6-BB542EEB1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5558AF-7A1A-0FDD-CFB9-60617CFACD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1"/>
          </a:xfrm>
        </p:spPr>
      </p:pic>
    </p:spTree>
    <p:extLst>
      <p:ext uri="{BB962C8B-B14F-4D97-AF65-F5344CB8AC3E}">
        <p14:creationId xmlns:p14="http://schemas.microsoft.com/office/powerpoint/2010/main" val="4131661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Module – KPI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Attrition Rate: 50.21%</a:t>
            </a:r>
          </a:p>
          <a:p>
            <a:pPr>
              <a:defRPr sz="1800"/>
            </a:pPr>
            <a:r>
              <a:rPr sz="2400" dirty="0"/>
              <a:t>Average Monthly Income: 26015.78</a:t>
            </a:r>
          </a:p>
          <a:p>
            <a:pPr>
              <a:defRPr sz="1800"/>
            </a:pPr>
            <a:r>
              <a:rPr sz="2400" dirty="0"/>
              <a:t>Average Total Working Years: 20.5</a:t>
            </a:r>
          </a:p>
          <a:p>
            <a:pPr>
              <a:defRPr sz="1800"/>
            </a:pPr>
            <a:r>
              <a:rPr sz="2400" dirty="0"/>
              <a:t>Used Pivot Tables and Pivot Charts for summary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Module –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Created KPI cards and summary visuals</a:t>
            </a:r>
          </a:p>
          <a:p>
            <a:pPr>
              <a:defRPr sz="1800"/>
            </a:pPr>
            <a:r>
              <a:rPr sz="2400" dirty="0"/>
              <a:t>Department-wise attrition analysis</a:t>
            </a:r>
          </a:p>
          <a:p>
            <a:pPr>
              <a:defRPr sz="1800"/>
            </a:pPr>
            <a:r>
              <a:rPr sz="2400" dirty="0"/>
              <a:t>Income and promotion trend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Module – Database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Imported HR dataset into SQL database</a:t>
            </a:r>
          </a:p>
          <a:p>
            <a:pPr>
              <a:defRPr sz="1800"/>
            </a:pPr>
            <a:r>
              <a:rPr sz="2400" dirty="0"/>
              <a:t>Created queries for KPI extraction</a:t>
            </a:r>
          </a:p>
          <a:p>
            <a:pPr>
              <a:defRPr sz="1800"/>
            </a:pPr>
            <a:r>
              <a:rPr sz="2400" dirty="0"/>
              <a:t>Used GROUP BY, AVG, COUNT, CASE statements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36F37A-60A5-77AB-467A-05003DC9C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842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Module – Important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Attrition Rate vs Department</a:t>
            </a:r>
          </a:p>
          <a:p>
            <a:pPr>
              <a:defRPr sz="1800"/>
            </a:pPr>
            <a:r>
              <a:rPr sz="2400" dirty="0"/>
              <a:t>Attrition vs Monthly Income</a:t>
            </a:r>
          </a:p>
          <a:p>
            <a:pPr>
              <a:defRPr sz="1800"/>
            </a:pPr>
            <a:r>
              <a:rPr sz="2400" dirty="0"/>
              <a:t>Job Role vs Work-Life Balance</a:t>
            </a:r>
          </a:p>
          <a:p>
            <a:pPr>
              <a:defRPr sz="1800"/>
            </a:pPr>
            <a:r>
              <a:rPr sz="2400" dirty="0"/>
              <a:t>Promotion vs Attrition relationship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Module – Dashboard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Imported cleaned dataset from Excel</a:t>
            </a:r>
          </a:p>
          <a:p>
            <a:pPr>
              <a:defRPr sz="1800"/>
            </a:pPr>
            <a:r>
              <a:rPr sz="2400" dirty="0"/>
              <a:t>Built interactive dashboard using visuals</a:t>
            </a:r>
          </a:p>
          <a:p>
            <a:pPr>
              <a:defRPr sz="1800"/>
            </a:pPr>
            <a:r>
              <a:rPr sz="2400" dirty="0"/>
              <a:t>Used slicers for filtering by department and job role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dashboard&#10;&#10;AI-generated content may be incorrect.">
            <a:extLst>
              <a:ext uri="{FF2B5EF4-FFF2-40B4-BE49-F238E27FC236}">
                <a16:creationId xmlns:a16="http://schemas.microsoft.com/office/drawing/2014/main" id="{C754FC41-2494-07E9-EE8B-CFD470107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7" y="-119921"/>
            <a:ext cx="9111833" cy="697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583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Module – Key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Attrition Rate KPI Card</a:t>
            </a:r>
          </a:p>
          <a:p>
            <a:pPr>
              <a:defRPr sz="1800"/>
            </a:pPr>
            <a:r>
              <a:rPr sz="2400" dirty="0"/>
              <a:t>Department-wise Attrition Chart</a:t>
            </a:r>
          </a:p>
          <a:p>
            <a:pPr>
              <a:defRPr sz="1800"/>
            </a:pPr>
            <a:r>
              <a:rPr sz="2400" dirty="0"/>
              <a:t>Income vs Attrition Analysis</a:t>
            </a:r>
          </a:p>
          <a:p>
            <a:pPr>
              <a:defRPr sz="1800"/>
            </a:pPr>
            <a:r>
              <a:rPr sz="2400" dirty="0"/>
              <a:t>Promotion and Satisfaction Insights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Tableau Module –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Connected dataset using Tableau workbook</a:t>
            </a:r>
          </a:p>
          <a:p>
            <a:pPr>
              <a:defRPr sz="1800"/>
            </a:pPr>
            <a:r>
              <a:rPr sz="2400" dirty="0"/>
              <a:t>Created visual storytelling dashboard</a:t>
            </a:r>
          </a:p>
          <a:p>
            <a:pPr>
              <a:defRPr sz="1800"/>
            </a:pPr>
            <a:r>
              <a:rPr sz="2400" dirty="0"/>
              <a:t>Focused on department and employee behavior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graph">
            <a:extLst>
              <a:ext uri="{FF2B5EF4-FFF2-40B4-BE49-F238E27FC236}">
                <a16:creationId xmlns:a16="http://schemas.microsoft.com/office/drawing/2014/main" id="{FE13704C-E6AD-A59B-E388-614B2547D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040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Tableau Module – Dashboard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Work-Life Balance vs Job Role</a:t>
            </a:r>
          </a:p>
          <a:p>
            <a:pPr>
              <a:defRPr sz="1800"/>
            </a:pPr>
            <a:r>
              <a:rPr sz="2400" dirty="0"/>
              <a:t>Business Travel impact on Attrition</a:t>
            </a:r>
          </a:p>
          <a:p>
            <a:pPr>
              <a:defRPr sz="1800"/>
            </a:pPr>
            <a:r>
              <a:rPr sz="2400" dirty="0"/>
              <a:t>Employee Satisfaction and Retention trends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Higher attrition seen in specific departments</a:t>
            </a:r>
          </a:p>
          <a:p>
            <a:pPr>
              <a:defRPr sz="1800"/>
            </a:pPr>
            <a:r>
              <a:rPr sz="2400" dirty="0"/>
              <a:t>Promotion delay and poor work-life balance affect retention</a:t>
            </a:r>
          </a:p>
          <a:p>
            <a:pPr>
              <a:defRPr sz="1800"/>
            </a:pPr>
            <a:r>
              <a:rPr sz="2400" dirty="0"/>
              <a:t>Income alone is not the major attrition factor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Improve promotion opportunities</a:t>
            </a:r>
          </a:p>
          <a:p>
            <a:pPr>
              <a:defRPr sz="1800"/>
            </a:pPr>
            <a:r>
              <a:rPr sz="2400" dirty="0"/>
              <a:t>Focus on employee engagement programs</a:t>
            </a:r>
          </a:p>
          <a:p>
            <a:pPr>
              <a:defRPr sz="1800"/>
            </a:pPr>
            <a:r>
              <a:rPr sz="2400" dirty="0"/>
              <a:t>Track high-risk departments regularly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Excel helped in cleaning and KPI preparation</a:t>
            </a:r>
          </a:p>
          <a:p>
            <a:pPr>
              <a:defRPr sz="1800"/>
            </a:pPr>
            <a:r>
              <a:rPr sz="2400" dirty="0"/>
              <a:t>SQL supported backend analysis</a:t>
            </a:r>
          </a:p>
          <a:p>
            <a:pPr>
              <a:defRPr sz="1800"/>
            </a:pPr>
            <a:r>
              <a:rPr sz="2400" dirty="0"/>
              <a:t>Power BI and Tableau improved visualization and presentation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37</TotalTime>
  <Words>334</Words>
  <Application>Microsoft Office PowerPoint</Application>
  <PresentationFormat>On-screen Show (4:3)</PresentationFormat>
  <Paragraphs>64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Century Gothic</vt:lpstr>
      <vt:lpstr>Wingdings 3</vt:lpstr>
      <vt:lpstr>Ion</vt:lpstr>
      <vt:lpstr>HR Analytics Project Presentation</vt:lpstr>
      <vt:lpstr>P1249 Group 1 HR Analytics</vt:lpstr>
      <vt:lpstr>Project Introduction</vt:lpstr>
      <vt:lpstr>Excel Module – Data Cleaning</vt:lpstr>
      <vt:lpstr>PowerPoint Presentation</vt:lpstr>
      <vt:lpstr>Excel Module – KPI Analysis</vt:lpstr>
      <vt:lpstr>Excel Module – Dashboard</vt:lpstr>
      <vt:lpstr>SQL Module – Database Work</vt:lpstr>
      <vt:lpstr>PowerPoint Presentation</vt:lpstr>
      <vt:lpstr>SQL Module – Important Queries</vt:lpstr>
      <vt:lpstr>Power BI Module – Dashboard Creation</vt:lpstr>
      <vt:lpstr>PowerPoint Presentation</vt:lpstr>
      <vt:lpstr>Power BI Module – Key Visuals</vt:lpstr>
      <vt:lpstr>Tableau Module – Data Visualization</vt:lpstr>
      <vt:lpstr>PowerPoint Presentation</vt:lpstr>
      <vt:lpstr>Tableau Module – Dashboard Insights</vt:lpstr>
      <vt:lpstr>Overall Key Findings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vedant shinde</cp:lastModifiedBy>
  <cp:revision>2</cp:revision>
  <dcterms:created xsi:type="dcterms:W3CDTF">2013-01-27T09:14:16Z</dcterms:created>
  <dcterms:modified xsi:type="dcterms:W3CDTF">2026-04-29T11:12:45Z</dcterms:modified>
  <cp:category/>
</cp:coreProperties>
</file>